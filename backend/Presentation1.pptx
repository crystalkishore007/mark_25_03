
<file path=[Content_Types].xml><?xml version="1.0" encoding="utf-8"?>
<Types xmlns="http://schemas.openxmlformats.org/package/2006/content-types">
  <Default Extension="jpeg" ContentType="image/jpe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7103745" cy="102342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n-US"/>
              <a:t>SHERWIN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68450"/>
            <a:ext cx="11410315" cy="2475230"/>
          </a:xfrm>
          <a:solidFill>
            <a:srgbClr val="FFFF00"/>
          </a:solidFill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solidFill>
            <a:srgbClr val="7030A0"/>
          </a:solidFill>
        </p:spPr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solidFill>
            <a:srgbClr val="0070C0"/>
          </a:solidFill>
        </p:spPr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54720" y="6245225"/>
            <a:ext cx="2844800" cy="476250"/>
          </a:xfrm>
          <a:solidFill>
            <a:schemeClr val="accent3">
              <a:lumMod val="10000"/>
            </a:schemeClr>
          </a:solidFill>
        </p:spPr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 userDrawn="1"/>
        </p:nvSpPr>
        <p:spPr>
          <a:xfrm>
            <a:off x="3481070" y="944880"/>
            <a:ext cx="45974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p>
            <a:endParaRPr lang="en-US"/>
          </a:p>
        </p:txBody>
      </p:sp>
    </p:spTree>
  </p:cSld>
  <p:clrMapOvr>
    <a:masterClrMapping/>
  </p:clrMapOvr>
  <p:transition spd="med">
    <p:checker/>
    <p:sndAc>
      <p:stSnd loop="1">
        <p:snd r:embed="rId2" name="chimes.wav"/>
      </p:stSnd>
    </p:sndAc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checker/>
    <p:sndAc>
      <p:stSnd loop="1">
        <p:snd r:embed="rId2" name="chimes.wav"/>
      </p:stSnd>
    </p:sndAc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checker/>
    <p:sndAc>
      <p:stSnd loop="1">
        <p:snd r:embed="rId2" name="chimes.wav"/>
      </p:stSnd>
    </p:sndAc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checker/>
    <p:sndAc>
      <p:stSnd loop="1">
        <p:snd r:embed="rId2" name="chimes.wav"/>
      </p:stSnd>
    </p:sndAc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checker/>
    <p:sndAc>
      <p:stSnd loop="1">
        <p:snd r:embed="rId2" name="chimes.wav"/>
      </p:stSnd>
    </p:sndAc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checker/>
    <p:sndAc>
      <p:stSnd loop="1">
        <p:snd r:embed="rId2" name="chimes.wav"/>
      </p:stSnd>
    </p:sndAc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checker/>
    <p:sndAc>
      <p:stSnd loop="1">
        <p:snd r:embed="rId2" name="chimes.wav"/>
      </p:stSnd>
    </p:sndAc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checker/>
    <p:sndAc>
      <p:stSnd loop="1">
        <p:snd r:embed="rId2" name="chimes.wav"/>
      </p:stSnd>
    </p:sndAc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checker/>
    <p:sndAc>
      <p:stSnd loop="1">
        <p:snd r:embed="rId2" name="chimes.wav"/>
      </p:stSnd>
    </p:sndAc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checker/>
    <p:sndAc>
      <p:stSnd loop="1">
        <p:snd r:embed="rId2" name="chimes.wav"/>
      </p:stSnd>
    </p:sndAc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>
    <p:checker/>
    <p:sndAc>
      <p:stSnd loop="1">
        <p:snd r:embed="rId2" name="chimes.wav"/>
      </p:stSnd>
    </p:sndAc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audio" Target="../media/audio1.wav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30000"/>
            </a:gs>
            <a:gs pos="100000">
              <a:srgbClr val="76030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checker/>
    <p:sndAc>
      <p:stSnd loop="1">
        <p:snd r:embed="rId12" name="chimes.wav"/>
      </p:stSnd>
    </p:sndAc>
  </p:transition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p:transition spd="med">
    <p:checker/>
    <p:sndAc>
      <p:stSnd loop="1">
        <p:snd r:embed="rId1" name="chimes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p:transition spd="med">
    <p:checker/>
    <p:sndAc>
      <p:stSnd loop="1">
        <p:snd r:embed="rId1" name="chimes.wav"/>
      </p:stSnd>
    </p:sndAc>
  </p:transition>
</p:sld>
</file>

<file path=ppt/theme/theme1.xml><?xml version="1.0" encoding="utf-8"?>
<a:theme xmlns:a="http://schemas.openxmlformats.org/drawingml/2006/main" name="1_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Cambria</vt:lpstr>
      <vt:lpstr>Book Antiqua</vt:lpstr>
      <vt:lpstr>Lucida Sans</vt:lpstr>
      <vt:lpstr>Palatino Linotype</vt:lpstr>
      <vt:lpstr>Century Gothic</vt:lpstr>
      <vt:lpstr>Franklin Gothic Book</vt:lpstr>
      <vt:lpstr>Franklin Gothic Medium</vt:lpstr>
      <vt:lpstr>Gill Sans MT</vt:lpstr>
      <vt:lpstr>Malgun Gothic</vt:lpstr>
      <vt:lpstr>1_Art_mountaineering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WPP Presentation</dc:title>
  <dc:creator>cryst</dc:creator>
  <cp:lastModifiedBy>cryst</cp:lastModifiedBy>
  <cp:revision>1</cp:revision>
  <dcterms:created xsi:type="dcterms:W3CDTF">2021-03-15T05:39:59Z</dcterms:created>
  <dcterms:modified xsi:type="dcterms:W3CDTF">2021-03-15T05:40:00Z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1033-10.2.0.7636</vt:lpwstr>
  </property>
</Properties>
</file>